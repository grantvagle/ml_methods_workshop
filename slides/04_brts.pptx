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3"/>
  </p:normalViewPr>
  <p:slideViewPr>
    <p:cSldViewPr snapToGrid="0">
      <p:cViewPr varScale="1">
        <p:scale>
          <a:sx n="111" d="100"/>
          <a:sy n="111" d="100"/>
        </p:scale>
        <p:origin x="72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225C5-E9E1-55DF-1074-7503169421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F3BA1D-A2FE-2767-9253-4A81CDF7B9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68FB5E-F1A6-9B69-AB9D-5A443D457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13DBC-DB00-2D42-B1FF-9AEA472ED0C1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9D9FC1-C415-CFA9-2FE1-F61BBB90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6D101-71DB-70DE-1CEE-4D2633454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0C27-15EE-DE42-AF8E-518320B49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555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EB2C7-BF7C-D897-A45E-80ED181AA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388B4-A50B-FC04-7351-77DAC5742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864A86-976B-236C-2495-91BEEEF55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13DBC-DB00-2D42-B1FF-9AEA472ED0C1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E50E1-D975-F3D2-6ECB-5AAD62722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43EBE7-EAA5-97F8-7EB9-E38F3B3F5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0C27-15EE-DE42-AF8E-518320B49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480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A55C1-1AE4-3665-0D46-5FF48C87B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051451-C73E-C4EA-05CF-78CD303FE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E6971C-F13D-E5CE-8607-32B9B9609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13DBC-DB00-2D42-B1FF-9AEA472ED0C1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41FC6E-A486-3B7A-2A82-141EB648D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6D268-AEAE-F60A-CDD8-B77D850A6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0C27-15EE-DE42-AF8E-518320B49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933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B5C81-1117-177C-3463-83456A5F5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753EF-D367-740E-D79A-A31B2CE5AF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D317F3-6D06-48E1-81BE-A2FB81615A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267E00-49A4-40B0-B259-4960B3F11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13DBC-DB00-2D42-B1FF-9AEA472ED0C1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319AFC-29AF-253F-143C-616BEE426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085F89-2C8A-73CA-18F5-588F3B05B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0C27-15EE-DE42-AF8E-518320B49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300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8A737-0F31-22D2-D670-2FA23503F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1C6748-364F-8446-843B-07058B66A2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50FCD1-2C3E-E456-3ACD-CD8EA17AC3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AE535F-CE78-A8A7-7F32-FFE4BA4A2F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F3C9FC-8AF0-B2B3-2D77-E05DBE2A9B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8A5006-EEBF-1F9A-C12A-8A7159C8C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13DBC-DB00-2D42-B1FF-9AEA472ED0C1}" type="datetimeFigureOut">
              <a:rPr lang="en-US" smtClean="0"/>
              <a:t>3/30/26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1B2A64-3022-CE49-EC40-C99C92C4D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50CBCB-CD85-7FA8-AFE4-CFDB91454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0C27-15EE-DE42-AF8E-518320B49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088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7C6EA-9FCC-05C0-9B65-8DE29DF86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9A6895-81DD-5064-8467-9C68C736E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13DBC-DB00-2D42-B1FF-9AEA472ED0C1}" type="datetimeFigureOut">
              <a:rPr lang="en-US" smtClean="0"/>
              <a:t>3/30/26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053C18-158C-6F8A-C0DF-3B015CA56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ACEA7F-3130-83C4-E263-6977AE594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0C27-15EE-DE42-AF8E-518320B49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736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2AA84F-0870-A591-8B8E-FFB9F419D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13DBC-DB00-2D42-B1FF-9AEA472ED0C1}" type="datetimeFigureOut">
              <a:rPr lang="en-US" smtClean="0"/>
              <a:t>3/30/26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D03B67-2CEE-45BE-A532-C86843DB2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67A059-B1EA-06DF-2B33-BAA600474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0C27-15EE-DE42-AF8E-518320B49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504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07E1F-8A8C-4FD4-32CC-BD4DE4DED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391AD-E35C-AB6A-D63C-5180EB9E4F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21C0EF-45D7-F3A9-7129-435921335F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F78AD8-2664-BF0A-87B4-5284EF318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13DBC-DB00-2D42-B1FF-9AEA472ED0C1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4A43F0-3846-C2D7-4C36-98CDE711C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A16C13-A981-6A73-EEEF-9EAF198E9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0C27-15EE-DE42-AF8E-518320B49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517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5B864-C934-120E-487F-3130E056F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D5FDA2-ABC5-2A34-AB1C-2191935A50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F278F7-6AF8-8C7E-974E-F08B3ACC52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F7C8DD-62D8-CC34-3951-760F7A2E6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13DBC-DB00-2D42-B1FF-9AEA472ED0C1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FCCFA-5105-F4BA-ADA2-5C5AA07B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E57AFE-7E91-BA96-E97E-C6B051909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0C27-15EE-DE42-AF8E-518320B49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895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76FF9-5CBA-6424-D927-BC966B74F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BCA846-D9CD-1C11-AB04-EF0BE87BFF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9A31F3-B74F-A42B-0B2E-530F3F3AB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13DBC-DB00-2D42-B1FF-9AEA472ED0C1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D5202A-373A-100A-A794-3750B0042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F696F-227B-6523-EB97-80E0B33E7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0C27-15EE-DE42-AF8E-518320B49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121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D4117F-E74E-1CDE-6D7E-4E0B87534D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C174D4-ECC9-2E68-E041-8714410BB0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787002-D653-D860-C7B7-765850398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13DBC-DB00-2D42-B1FF-9AEA472ED0C1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E82E33-6B9E-7625-888E-113300B3C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78989-AE75-4944-F0E5-30305666B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0C27-15EE-DE42-AF8E-518320B49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357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4520EF-3A19-4CDE-9E13-9D2AEA78F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E0C2C7-D02A-B043-320B-4FFDFF41B5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986553-0AEF-45A2-176E-E08A9B6DA4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913DBC-DB00-2D42-B1FF-9AEA472ED0C1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3DB32B-A05A-C18A-D5B5-3439048356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DC173-87CD-505B-9E77-E5429E0371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F90C27-15EE-DE42-AF8E-518320B49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756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88C9A-1DBF-0C4A-C275-A92F3DF00C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Boosted Regression Trees (BRTs): Building on what you get wrong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B15B70-0756-7065-FD7D-E0622BE319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Grant Vagle, Jeremiah </a:t>
            </a:r>
            <a:r>
              <a:rPr lang="en-US" dirty="0" err="1"/>
              <a:t>Shrovnal</a:t>
            </a:r>
            <a:r>
              <a:rPr lang="en-US" dirty="0"/>
              <a:t>, Lynn Waterhouse</a:t>
            </a:r>
          </a:p>
        </p:txBody>
      </p:sp>
    </p:spTree>
    <p:extLst>
      <p:ext uri="{BB962C8B-B14F-4D97-AF65-F5344CB8AC3E}">
        <p14:creationId xmlns:p14="http://schemas.microsoft.com/office/powerpoint/2010/main" val="1609226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6C749-B662-5BA7-32D8-3C1ADB402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this section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9D925-4DD3-A968-6979-61A4B96714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Boosted regression trees (aka gradient boosted models)</a:t>
            </a:r>
          </a:p>
          <a:p>
            <a:pPr lvl="1"/>
            <a:r>
              <a:rPr lang="en-US" dirty="0"/>
              <a:t>Overview of the algorithm</a:t>
            </a:r>
          </a:p>
          <a:p>
            <a:pPr lvl="1"/>
            <a:r>
              <a:rPr lang="en-US" dirty="0"/>
              <a:t>Tuning parameters, grid search tuning, the "art" of model tuning</a:t>
            </a:r>
          </a:p>
          <a:p>
            <a:pPr lvl="1"/>
            <a:r>
              <a:rPr lang="en-US" dirty="0"/>
              <a:t>Other "boosted" models</a:t>
            </a:r>
          </a:p>
          <a:p>
            <a:r>
              <a:rPr lang="en-US" dirty="0"/>
              <a:t>Deeper model interpretation</a:t>
            </a:r>
          </a:p>
          <a:p>
            <a:pPr lvl="1"/>
            <a:r>
              <a:rPr lang="en-US" dirty="0"/>
              <a:t>SHAP values - brief explainer and examples</a:t>
            </a:r>
          </a:p>
          <a:p>
            <a:pPr lvl="1"/>
            <a:r>
              <a:rPr lang="en-US" dirty="0"/>
              <a:t>Point to other interpretation methods</a:t>
            </a:r>
          </a:p>
          <a:p>
            <a:r>
              <a:rPr lang="en-US" dirty="0"/>
              <a:t>Show teaching example</a:t>
            </a:r>
          </a:p>
          <a:p>
            <a:r>
              <a:rPr lang="en-US" dirty="0"/>
              <a:t>Hands-on coding example(s)</a:t>
            </a:r>
          </a:p>
        </p:txBody>
      </p:sp>
    </p:spTree>
    <p:extLst>
      <p:ext uri="{BB962C8B-B14F-4D97-AF65-F5344CB8AC3E}">
        <p14:creationId xmlns:p14="http://schemas.microsoft.com/office/powerpoint/2010/main" val="3501181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7715E-40E4-D4DC-2F55-EB7D1E32A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26267-AD27-E2E6-A0E1-3D3A07D243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455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274B5-A534-5FCB-330D-39BECCF07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1242C-1DA3-CD15-55BA-F8E551F03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557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80</Words>
  <Application>Microsoft Macintosh PowerPoint</Application>
  <PresentationFormat>Widescreen</PresentationFormat>
  <Paragraphs>12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Boosted Regression Trees (BRTs): Building on what you get wrong</vt:lpstr>
      <vt:lpstr>Overview of this section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Grant L Vagle</dc:creator>
  <cp:lastModifiedBy>Grant L Vagle</cp:lastModifiedBy>
  <cp:revision>1</cp:revision>
  <dcterms:created xsi:type="dcterms:W3CDTF">2026-03-30T16:27:14Z</dcterms:created>
  <dcterms:modified xsi:type="dcterms:W3CDTF">2026-03-30T16:29:35Z</dcterms:modified>
</cp:coreProperties>
</file>