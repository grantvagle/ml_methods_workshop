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73"/>
  </p:normalViewPr>
  <p:slideViewPr>
    <p:cSldViewPr snapToGrid="0">
      <p:cViewPr varScale="1">
        <p:scale>
          <a:sx n="111" d="100"/>
          <a:sy n="111" d="100"/>
        </p:scale>
        <p:origin x="728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09532D-D663-D733-2D55-01212136DA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1F913C-87A9-F39B-4348-26162E87C1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4687C3-D482-0B97-798C-4E49BE41B6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2280C-62AA-E14C-8AA3-A8B9D4E264B1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BAC6E0-1E24-C81D-E090-F5F2F34516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32CEF4-2018-BF2B-7BA3-FB29AB01EE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708C9-0982-014D-8B57-85AB877E6C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80924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B5566-D9BB-2768-F76B-322E30F0F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9379C9-F800-2570-9F9D-6639B2FED0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8CF650-9AB2-D874-AE73-935178C906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2280C-62AA-E14C-8AA3-A8B9D4E264B1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05ABD2-1613-404B-173A-DBFA13C7F6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47E545-B43B-95F0-BB81-0228F0AA9D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708C9-0982-014D-8B57-85AB877E6C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62449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669315-173D-473B-2EF9-92049CE729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F7957D-D917-3496-DA05-8061955ACA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1BD503-F92A-ECC4-56B1-0018D42C90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2280C-62AA-E14C-8AA3-A8B9D4E264B1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B69D29-E222-1065-34C4-315A40378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92D45C-E427-39C0-833C-72645F5AC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708C9-0982-014D-8B57-85AB877E6C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5433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C9C05-8F48-702C-8CDF-37E8CC3F89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E37449-DDEA-B5AD-6736-3D036509D40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385CF9-AB7F-5895-6DAA-DDB0E437FF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9F63A3-4485-E7C6-D07E-A527C6F7F7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2280C-62AA-E14C-8AA3-A8B9D4E264B1}" type="datetimeFigureOut">
              <a:rPr lang="en-US" smtClean="0"/>
              <a:t>3/30/26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3C3C38-BC5E-2D1C-99C0-DF62B5769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508D45-9BDA-0267-704D-F61B835BC4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708C9-0982-014D-8B57-85AB877E6C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601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D6E397-1302-3207-452F-A9B9EC3CD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CD4CAA-AA52-FD62-D5E3-1AD933172B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656C25-B928-A2DE-0CC2-102F167044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499ABF7-1389-3B64-A2DD-4485A9795E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D9173CF-A402-CF0A-223E-FBF611F26FC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EB45A69-7F02-D3D0-DE64-4DE22976D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2280C-62AA-E14C-8AA3-A8B9D4E264B1}" type="datetimeFigureOut">
              <a:rPr lang="en-US" smtClean="0"/>
              <a:t>3/30/26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E934CCB-0EDF-E247-9095-DC2328ECB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317D2D5-67E1-D28E-24B9-F18A8A403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708C9-0982-014D-8B57-85AB877E6C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55655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36B526-5122-87B2-D087-14DBE05509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AA7FBEC-66A0-B4F5-E368-AF1097937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2280C-62AA-E14C-8AA3-A8B9D4E264B1}" type="datetimeFigureOut">
              <a:rPr lang="en-US" smtClean="0"/>
              <a:t>3/30/26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911355-0DF3-06B4-C6F9-B1C4B7EF03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9E81A3-6665-FEA2-6506-7E8264278B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708C9-0982-014D-8B57-85AB877E6C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0861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5B69838-3640-CE28-F7B7-3B91FF8516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2280C-62AA-E14C-8AA3-A8B9D4E264B1}" type="datetimeFigureOut">
              <a:rPr lang="en-US" smtClean="0"/>
              <a:t>3/30/26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123B4C-822C-C18B-EEE1-C2D4A0F323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464AE5-8AD1-3C9E-8096-5E3148030E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708C9-0982-014D-8B57-85AB877E6C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2495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295967-DB34-6F35-BA7C-A3188138F7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48E4AD-000A-72D1-850B-E2B3D30C29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8138759-158B-D8A2-8EB4-7E63B90931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A67259-52EA-D980-9FAC-A6F5127966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2280C-62AA-E14C-8AA3-A8B9D4E264B1}" type="datetimeFigureOut">
              <a:rPr lang="en-US" smtClean="0"/>
              <a:t>3/30/26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DCEB8C-985E-727C-D473-23AF285F8A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2F43F3-C5D5-B071-8E5A-F5C0523EF1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708C9-0982-014D-8B57-85AB877E6C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09693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216EAD-4E1D-0779-358D-A0CAEC694A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EB1A6E3-373F-80FA-2F9E-EDCF18041B3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E50272-F586-0616-1456-B4B99890B3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F3C458-C334-D61F-E80C-1E6DA06715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2280C-62AA-E14C-8AA3-A8B9D4E264B1}" type="datetimeFigureOut">
              <a:rPr lang="en-US" smtClean="0"/>
              <a:t>3/30/26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04EEDA-D213-68CA-8341-FF9E377D61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9C1C18-885B-3C13-E81F-8FC5FDABD9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708C9-0982-014D-8B57-85AB877E6C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41352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149ED5-AB52-5B94-976C-F5438D75C7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2510C7D-2E34-18F9-8E9E-0879C6AB6B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06E73A-EE34-EB35-4FBF-6249A422CB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2280C-62AA-E14C-8AA3-A8B9D4E264B1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4146F8-C7B0-D191-D206-29903468EA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1D110B-FEF4-34A1-9775-70A0CDC97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708C9-0982-014D-8B57-85AB877E6C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4659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5FC912-C208-A0E6-8D18-A218A67496F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7318F7-C6C7-0FCF-5828-C201FD12BA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75D630-C08E-B79B-28C0-154F3FBD1F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2280C-62AA-E14C-8AA3-A8B9D4E264B1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1238FB-2EE7-15F0-FD59-351978B35F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A66C8E-F458-A51A-1042-E3B9BDAE6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708C9-0982-014D-8B57-85AB877E6C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90615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E80246A-9C1F-BEE4-4752-26A5490BCD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05216F-19B2-13ED-AE64-9B68416A01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26EBEB-125A-60A7-BF69-35340F41376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C72280C-62AA-E14C-8AA3-A8B9D4E264B1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448D0A-1CD7-511A-4DFE-5B9C873F5A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01E326-6544-4B03-8F58-400A66E873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D708C9-0982-014D-8B57-85AB877E6C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49082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DBB06-335B-F86C-AB91-80212521896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Diving deeper: Random forests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62BEB9-2FF9-76A6-85EE-8530E5C2ABF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Jeremiah </a:t>
            </a:r>
            <a:r>
              <a:rPr lang="en-US" dirty="0" err="1"/>
              <a:t>Shrovnal</a:t>
            </a:r>
            <a:r>
              <a:rPr lang="en-US" dirty="0"/>
              <a:t>, Grant Vagle, Lynn Waterhouse</a:t>
            </a:r>
          </a:p>
        </p:txBody>
      </p:sp>
    </p:spTree>
    <p:extLst>
      <p:ext uri="{BB962C8B-B14F-4D97-AF65-F5344CB8AC3E}">
        <p14:creationId xmlns:p14="http://schemas.microsoft.com/office/powerpoint/2010/main" val="28907818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CDEA5-A752-B35E-CD2E-C47748441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 of this section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5662D4-0899-D215-DD86-3F4FEB75AD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Random forest models</a:t>
            </a:r>
          </a:p>
          <a:p>
            <a:pPr lvl="1"/>
            <a:r>
              <a:rPr lang="en-US" dirty="0"/>
              <a:t>Algorithm overview, with hyper parameters</a:t>
            </a:r>
          </a:p>
          <a:p>
            <a:pPr lvl="1"/>
            <a:r>
              <a:rPr lang="en-US" dirty="0"/>
              <a:t>Intro to model tuning</a:t>
            </a:r>
          </a:p>
          <a:p>
            <a:r>
              <a:rPr lang="en-US" dirty="0"/>
              <a:t>Example model with correlated predictors</a:t>
            </a:r>
          </a:p>
          <a:p>
            <a:pPr lvl="1"/>
            <a:r>
              <a:rPr lang="en-US" dirty="0"/>
              <a:t>A look at predictive performance</a:t>
            </a:r>
          </a:p>
          <a:p>
            <a:pPr lvl="1"/>
            <a:r>
              <a:rPr lang="en-US" dirty="0"/>
              <a:t>A look at model interpretation</a:t>
            </a:r>
          </a:p>
          <a:p>
            <a:pPr lvl="1"/>
            <a:r>
              <a:rPr lang="en-US" dirty="0"/>
              <a:t>Variable importance - intention and calculation</a:t>
            </a:r>
          </a:p>
          <a:p>
            <a:pPr lvl="1"/>
            <a:r>
              <a:rPr lang="en-US" dirty="0"/>
              <a:t>Partial dependence - how it's calculated and how to interpret</a:t>
            </a:r>
          </a:p>
          <a:p>
            <a:r>
              <a:rPr lang="en-US" dirty="0"/>
              <a:t>Introduce the coding examples</a:t>
            </a:r>
          </a:p>
          <a:p>
            <a:r>
              <a:rPr lang="en-US" dirty="0"/>
              <a:t>Hands-on coding example</a:t>
            </a:r>
          </a:p>
        </p:txBody>
      </p:sp>
    </p:spTree>
    <p:extLst>
      <p:ext uri="{BB962C8B-B14F-4D97-AF65-F5344CB8AC3E}">
        <p14:creationId xmlns:p14="http://schemas.microsoft.com/office/powerpoint/2010/main" val="4137513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8A9C3F-F500-F665-BA18-F9BF166A5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C73887-73D6-38C8-FEF5-8D879041CE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18889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68</Words>
  <Application>Microsoft Macintosh PowerPoint</Application>
  <PresentationFormat>Widescreen</PresentationFormat>
  <Paragraphs>13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Diving deeper: Random forests</vt:lpstr>
      <vt:lpstr>Overview of this section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Grant L Vagle</dc:creator>
  <cp:lastModifiedBy>Grant L Vagle</cp:lastModifiedBy>
  <cp:revision>3</cp:revision>
  <dcterms:created xsi:type="dcterms:W3CDTF">2026-03-30T16:24:03Z</dcterms:created>
  <dcterms:modified xsi:type="dcterms:W3CDTF">2026-03-30T16:26:46Z</dcterms:modified>
</cp:coreProperties>
</file>