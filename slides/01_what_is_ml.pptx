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02"/>
  </p:normalViewPr>
  <p:slideViewPr>
    <p:cSldViewPr snapToGrid="0">
      <p:cViewPr varScale="1">
        <p:scale>
          <a:sx n="111" d="100"/>
          <a:sy n="111" d="100"/>
        </p:scale>
        <p:origin x="72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3B5F47-542D-2F4A-A589-8990110BEF85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417A5-630B-DE42-860C-96747A2C5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236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[Molnar, C. Modeling mindsets: the many cultures of learning from data.](https://</a:t>
            </a:r>
            <a:r>
              <a:rPr lang="en-US" dirty="0" err="1"/>
              <a:t>christophmolnar.com</a:t>
            </a:r>
            <a:r>
              <a:rPr lang="en-US" dirty="0"/>
              <a:t>/books/modeling-mindsets)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144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16764-8BCF-19C6-6268-50AFE2827C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498B2D-3223-D43B-96EA-F1D89C9276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66650E-F4B3-7C96-B9D4-B18604BE5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A95A5-4DC5-C626-C93B-B0995B93A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12208F-BEF7-213E-B340-3428AE287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977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47CA7-AF2B-07FE-699C-3629D862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459CD-E740-7297-B82A-4F3D3DE968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D70457-D7EC-A3C5-2146-A33CDBE31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E235F9-0EC8-8795-D3C8-D36CCE72D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C21B1-BE7D-8897-1C6F-1869B747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822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1DB7-B503-C8DE-1484-A9425B6FD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03DBBA-02D4-CAC5-7F85-BA679C581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876611-12F6-4959-7AAE-723001173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350028-CCC4-2B51-C306-BBECF04D0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2D7F9-AEBE-6ED2-4874-6DF8D4ADA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956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0B369-188A-C461-EFC9-23A1704B8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28D3B-0814-059C-E8A2-CD151ADBE8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F322C6-881E-44CD-FA92-1B9E898571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5C2F0C-C9B1-5DA2-5AAB-50D918DE8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1CD271-43AA-F909-AAC9-A5E07AE72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AFA478-8DFA-4CD2-AC11-7F996F2EE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963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A336F-BF6C-E75F-8FA0-621A14C83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569A5-9018-733A-64F8-BF38AC61F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2ED951-1073-B73F-C86A-F199F1D1B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2E21FC-A65F-8A5C-973F-FFCCD01427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6C0661-1DD9-5A04-0A06-9306DE5776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F28EFE-9014-7713-38F0-C01CF8DCB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C71474-1C67-44C3-E276-2E3513E08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134C9E-3E3A-43D7-954A-02410BEE4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258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7762D-22EC-C59D-31E9-6D2DA2443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75268-B391-7FE3-0900-2A63A1C45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7602F-E9C1-4A0A-CA0C-CF3F7BBE2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D3A37-2637-3C64-5555-462E4502A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184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500127-4597-8142-2CBB-54756F227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B599DB-C743-06D1-FCB1-049D6A23A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13EFD1-844A-8959-3CBE-0CFB621FD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04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244F5-5D67-D44D-69C1-1BC30BF69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1DEA9-6558-B0DE-9903-8AD7D5DC82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775D7-E029-947E-9D84-B2E78567A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996589-AAF0-430B-67A4-27BFA21DE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86E26E-D034-8AB7-7532-6F99954F1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342399-12A2-72CD-ACCB-647A0AF5D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456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DD61E-E810-0B10-83CF-CEC9A407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CDCCC-41CD-BE5F-17E9-6642D6F60C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719A59-2648-E64E-D27E-25274C3DA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9454A-D90F-E7F4-E259-D6EFED7F3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12DDC5-A6CE-E671-7238-7D81DAA3C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D29AAA-C928-3D81-93AC-56082E03C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154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F79BF-C54D-CE79-2AB8-1BD30119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7621FB-690E-7231-3F9B-AE3279A7E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2AE9F6-C38F-04E9-AE87-5C4B2D6CF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4813D-6EB3-3CD7-453F-E76F09196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16782C-CD63-67C2-A580-8C4CFDB87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905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7BECDE-8C58-2F3C-D6C4-A1507E4E08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14B77C-2539-7128-D74F-B2C2B4CD7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5B194-0438-737A-F54B-47453F86C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899E5-FC24-EDE9-29AC-7A8C4BF0C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EA80C-6DE0-4850-064A-B9A995629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069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CEB330-5E06-A3C8-B786-C10F8A62B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DE3EE6-8871-8D20-0370-502C3E9E4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9E6AD-B31B-CEC7-1767-7CAFB0684F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EC6F6F-998C-264C-A700-8215E11AE5BD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1FEDE-F6F0-98D3-AC4C-3AE9E02552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D46FC-98A9-7E35-BEA1-E985E7B06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766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F43D2-AABB-3923-A21F-941815B0A9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machine learning?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39DD3-C76D-C5AD-AC5D-13F2B28B5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72251"/>
          </a:xfrm>
        </p:spPr>
        <p:txBody>
          <a:bodyPr/>
          <a:lstStyle/>
          <a:p>
            <a:r>
              <a:rPr lang="en-US" dirty="0"/>
              <a:t>And why is is useful (for science)?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A84C9FD-C48D-1312-800B-AD902ED34D44}"/>
              </a:ext>
            </a:extLst>
          </p:cNvPr>
          <p:cNvSpPr txBox="1">
            <a:spLocks/>
          </p:cNvSpPr>
          <p:nvPr/>
        </p:nvSpPr>
        <p:spPr>
          <a:xfrm>
            <a:off x="1524000" y="4310023"/>
            <a:ext cx="9144000" cy="472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Grant Vagle, Jeremiah </a:t>
            </a:r>
            <a:r>
              <a:rPr lang="en-US" dirty="0" err="1"/>
              <a:t>Shrovnal</a:t>
            </a:r>
            <a:r>
              <a:rPr lang="en-US" dirty="0"/>
              <a:t>, Lynn Waterhouse</a:t>
            </a:r>
          </a:p>
        </p:txBody>
      </p:sp>
    </p:spTree>
    <p:extLst>
      <p:ext uri="{BB962C8B-B14F-4D97-AF65-F5344CB8AC3E}">
        <p14:creationId xmlns:p14="http://schemas.microsoft.com/office/powerpoint/2010/main" val="973311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C2576-357D-876A-70BB-664D14B59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4FAB-9E73-A0A6-58B4-1C0E65E131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5F1254-83D3-DAA5-948B-CC9457AD665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7110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06ABF-D6E3-1ED0-B803-50EFB5941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– focused on prediction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9CCD4-3651-5E47-93EC-79A46D8D7B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598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AFA29-EE37-3E25-4512-716D446C9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science, we often have multiple 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C50EC-2B77-57DB-6553-55037FAA5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 how the mindsets overlap, especially how ML isn’t just prediction (anymore)</a:t>
            </a:r>
          </a:p>
        </p:txBody>
      </p:sp>
    </p:spTree>
    <p:extLst>
      <p:ext uri="{BB962C8B-B14F-4D97-AF65-F5344CB8AC3E}">
        <p14:creationId xmlns:p14="http://schemas.microsoft.com/office/powerpoint/2010/main" val="1836443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32982-8ECF-843F-BE49-2E046B46E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prediction matters for science, and especially environmental science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C01B0B-71D1-BCA4-5138-21A233C4CF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1935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9C620-C9E2-7961-B5F8-4FE45A974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Here, we’ll focus on </a:t>
            </a:r>
            <a:r>
              <a:rPr lang="en-US" b="1" dirty="0"/>
              <a:t>supervised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455A1-1296-7EDE-EF6F-761FAC88DD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Point to other techniques and their uses</a:t>
            </a:r>
          </a:p>
          <a:p>
            <a:r>
              <a:rPr lang="en-US" dirty="0"/>
              <a:t>Highlight supervised ML methods and their advantages</a:t>
            </a:r>
          </a:p>
        </p:txBody>
      </p:sp>
    </p:spTree>
    <p:extLst>
      <p:ext uri="{BB962C8B-B14F-4D97-AF65-F5344CB8AC3E}">
        <p14:creationId xmlns:p14="http://schemas.microsoft.com/office/powerpoint/2010/main" val="1190854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415BC-5788-8EC6-12AC-481C31DFB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the 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FD6AA-9804-3A4F-934C-265DF31BA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8218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609B2-8DAD-0237-B6AF-7CC64EAB5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out groups (~5min)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0A7A8-6062-EB24-E8E3-40035D8AB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Talk with folks at your table:</a:t>
            </a:r>
          </a:p>
          <a:p>
            <a:r>
              <a:rPr lang="en-US" dirty="0"/>
              <a:t>Names</a:t>
            </a:r>
          </a:p>
          <a:p>
            <a:r>
              <a:rPr lang="en-US" dirty="0"/>
              <a:t>What modeling mindset(s) you typically use in your work</a:t>
            </a:r>
          </a:p>
          <a:p>
            <a:r>
              <a:rPr lang="en-US" dirty="0"/>
              <a:t>What interests brought you to this workshop today</a:t>
            </a:r>
          </a:p>
          <a:p>
            <a:r>
              <a:rPr lang="en-US" dirty="0"/>
              <a:t>Favorite body of water (anywhere, any type)</a:t>
            </a:r>
          </a:p>
        </p:txBody>
      </p:sp>
    </p:spTree>
    <p:extLst>
      <p:ext uri="{BB962C8B-B14F-4D97-AF65-F5344CB8AC3E}">
        <p14:creationId xmlns:p14="http://schemas.microsoft.com/office/powerpoint/2010/main" val="38508853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178</Words>
  <Application>Microsoft Macintosh PowerPoint</Application>
  <PresentationFormat>Widescreen</PresentationFormat>
  <Paragraphs>21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What is machine learning?</vt:lpstr>
      <vt:lpstr>Modeling mindsets:</vt:lpstr>
      <vt:lpstr>Machine learning – focused on prediction</vt:lpstr>
      <vt:lpstr>In science, we often have multiple aims</vt:lpstr>
      <vt:lpstr>Why prediction matters for science, and especially environmental science</vt:lpstr>
      <vt:lpstr>Here, we’ll focus on supervised machine learning</vt:lpstr>
      <vt:lpstr>Overview of the day</vt:lpstr>
      <vt:lpstr>Break out groups (~5min)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Grant L Vagle</dc:creator>
  <cp:lastModifiedBy>Grant L Vagle</cp:lastModifiedBy>
  <cp:revision>3</cp:revision>
  <dcterms:created xsi:type="dcterms:W3CDTF">2026-03-30T15:51:03Z</dcterms:created>
  <dcterms:modified xsi:type="dcterms:W3CDTF">2026-03-30T17:02:48Z</dcterms:modified>
</cp:coreProperties>
</file>