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4" r:id="rId4"/>
    <p:sldId id="265" r:id="rId5"/>
    <p:sldId id="266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02"/>
  </p:normalViewPr>
  <p:slideViewPr>
    <p:cSldViewPr snapToGrid="0">
      <p:cViewPr varScale="1">
        <p:scale>
          <a:sx n="111" d="100"/>
          <a:sy n="111" d="100"/>
        </p:scale>
        <p:origin x="7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[Molnar, C. Modeling mindsets: the many cultures of learning from data.](https://</a:t>
            </a:r>
            <a:r>
              <a:rPr lang="en-US" dirty="0" err="1"/>
              <a:t>christophmolnar.com</a:t>
            </a:r>
            <a:r>
              <a:rPr lang="en-US" dirty="0"/>
              <a:t>/books/modeling-mindsets)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5C84D-0C20-A2DC-6291-38E80B7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050D61-204D-DD3C-F48C-27625251A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8D780-E676-5074-2C7F-C24D41406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[Molnar, C. Modeling mindsets: the many cultures of learning from data.](https://</a:t>
            </a:r>
            <a:r>
              <a:rPr lang="en-US" dirty="0" err="1"/>
              <a:t>christophmolnar.com</a:t>
            </a:r>
            <a:r>
              <a:rPr lang="en-US" dirty="0"/>
              <a:t>/books/modeling-mindsets)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FE9F0-67FE-1A05-CA34-1E523B480A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901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50BB0-497A-39B7-EA28-1E3577585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D50DAC-95E3-F24C-D7A3-888E90223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E8B883-13C4-2B1F-51D0-4AE981119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[Molnar, C. Modeling mindsets: the many cultures of learning from data.](https://</a:t>
            </a:r>
            <a:r>
              <a:rPr lang="en-US" dirty="0" err="1"/>
              <a:t>christophmolnar.com</a:t>
            </a:r>
            <a:r>
              <a:rPr lang="en-US" dirty="0"/>
              <a:t>/books/modeling-mindsets)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B44BE-4C44-B3F2-3013-B1BFCFFA3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7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is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1806291"/>
            <a:ext cx="7772400" cy="432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E8A63-C13B-DD5A-494A-6824A88D3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0C150-6EFF-9243-ACB9-95EAABFEE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BAE4EA-CF84-8D15-A012-827FA43EBAE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2C5C56-775E-EEF7-CB65-D043B00C9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1806291"/>
            <a:ext cx="7772400" cy="43260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E62159-9C2F-27F9-3386-557A8560833C}"/>
              </a:ext>
            </a:extLst>
          </p:cNvPr>
          <p:cNvSpPr txBox="1"/>
          <p:nvPr/>
        </p:nvSpPr>
        <p:spPr>
          <a:xfrm>
            <a:off x="260933" y="1690688"/>
            <a:ext cx="3897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Everything is a probability distribution</a:t>
            </a:r>
          </a:p>
          <a:p>
            <a:r>
              <a:rPr lang="en-US" dirty="0">
                <a:solidFill>
                  <a:schemeClr val="accent2"/>
                </a:solidFill>
              </a:rPr>
              <a:t>Models = hypotheses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8CC4B-4A98-2DAA-33B5-974641709A35}"/>
              </a:ext>
            </a:extLst>
          </p:cNvPr>
          <p:cNvSpPr txBox="1"/>
          <p:nvPr/>
        </p:nvSpPr>
        <p:spPr>
          <a:xfrm>
            <a:off x="7990468" y="1314843"/>
            <a:ext cx="3787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Models = algorithms that solve tasks</a:t>
            </a:r>
          </a:p>
          <a:p>
            <a:r>
              <a:rPr lang="en-US" dirty="0">
                <a:solidFill>
                  <a:schemeClr val="accent2"/>
                </a:solidFill>
              </a:rPr>
              <a:t>Prediction-focused</a:t>
            </a:r>
          </a:p>
        </p:txBody>
      </p:sp>
    </p:spTree>
    <p:extLst>
      <p:ext uri="{BB962C8B-B14F-4D97-AF65-F5344CB8AC3E}">
        <p14:creationId xmlns:p14="http://schemas.microsoft.com/office/powerpoint/2010/main" val="407051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5AACF-183C-4CE6-7C9C-CC4AD7841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67ECA-8789-A647-2D9B-2A521FBC2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80C0F4-C8CA-C965-A598-993797958E6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C6B90A-F609-9895-9F14-FBB0004B0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1806291"/>
            <a:ext cx="7772400" cy="43260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31F4C1-10A5-2ED7-FF28-F9C2637215CE}"/>
              </a:ext>
            </a:extLst>
          </p:cNvPr>
          <p:cNvSpPr txBox="1"/>
          <p:nvPr/>
        </p:nvSpPr>
        <p:spPr>
          <a:xfrm>
            <a:off x="260933" y="1690688"/>
            <a:ext cx="3897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Everything is a probability distribution</a:t>
            </a:r>
          </a:p>
          <a:p>
            <a:r>
              <a:rPr lang="en-US" dirty="0">
                <a:solidFill>
                  <a:schemeClr val="accent2"/>
                </a:solidFill>
              </a:rPr>
              <a:t>Models = hypotheses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9F50EB-19FD-33C3-848A-2D1B9B2C4576}"/>
              </a:ext>
            </a:extLst>
          </p:cNvPr>
          <p:cNvSpPr txBox="1"/>
          <p:nvPr/>
        </p:nvSpPr>
        <p:spPr>
          <a:xfrm>
            <a:off x="7990468" y="1314843"/>
            <a:ext cx="3787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Models = algorithms that solve tasks</a:t>
            </a:r>
          </a:p>
          <a:p>
            <a:r>
              <a:rPr lang="en-US" dirty="0">
                <a:solidFill>
                  <a:schemeClr val="accent2"/>
                </a:solidFill>
              </a:rPr>
              <a:t>Prediction-focused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E4CACA2F-C7C4-9B88-0F05-61329F8C8FDA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992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how the mindsets overlap, especially how ML isn’t just prediction (anymore)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2982-8ECF-843F-BE49-2E046B46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prediction matters for science, and especially environmental science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01B0B-71D1-BCA4-5138-21A233C4C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93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Here, we’ll focus on </a:t>
            </a:r>
            <a:r>
              <a:rPr lang="en-US" b="1" dirty="0"/>
              <a:t>supervised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 to other techniques and their uses</a:t>
            </a:r>
          </a:p>
          <a:p>
            <a:r>
              <a:rPr lang="en-US" dirty="0"/>
              <a:t>Highlight supervised ML methods and their advantages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FD6AA-9804-3A4F-934C-265DF31BA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Talk with folks at your table: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340</Words>
  <Application>Microsoft Macintosh PowerPoint</Application>
  <PresentationFormat>Widescreen</PresentationFormat>
  <Paragraphs>42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What is machine learning?</vt:lpstr>
      <vt:lpstr>Modeling mindsets:</vt:lpstr>
      <vt:lpstr>Modeling mindsets:</vt:lpstr>
      <vt:lpstr>Modeling mindsets:</vt:lpstr>
      <vt:lpstr>The same “model” can fit into multiple mindsets</vt:lpstr>
      <vt:lpstr>In science, we often have multiple aims</vt:lpstr>
      <vt:lpstr>Why prediction matters for science, and especially environmental science</vt:lpstr>
      <vt:lpstr>Here, we’ll focus on supervised machine learning</vt:lpstr>
      <vt:lpstr>Overview of the day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6</cp:revision>
  <dcterms:created xsi:type="dcterms:W3CDTF">2026-03-30T15:51:03Z</dcterms:created>
  <dcterms:modified xsi:type="dcterms:W3CDTF">2026-03-31T15:54:45Z</dcterms:modified>
</cp:coreProperties>
</file>